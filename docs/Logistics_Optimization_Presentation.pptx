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Agentic AI Logistics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C8FF"/>
                </a:solidFill>
              </a:defRPr>
            </a:pPr>
            <a:r>
              <a:t>Multi-Agent System for Real-Time Route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6C8FF"/>
                </a:solidFill>
              </a:defRPr>
            </a:pPr>
            <a:r>
              <a:t>🚀 For AMD TCS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3232"/>
                </a:solidFill>
              </a:defRPr>
            </a:pPr>
            <a:r>
              <a:t>❌ Without AI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Manual route planning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Slow decision making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Traffic causes delays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Fuel prices ignored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High costs &amp; emissions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No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29632"/>
                </a:solidFill>
              </a:defRPr>
            </a:pPr>
            <a:r>
              <a:t>✅ With Our System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Automatic optimization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Real-time adaptation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Live traffic awareness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Dynamic fuel pricing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Cost &amp; emissions minimized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AI explanations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🤖 Five AI Agents working together: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• Routing Agent → Finds shortest paths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• Cost Agent → Calculates expenses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• Disruption Agent → Handles real-world events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• Monitoring Agent → Simulates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• Decision Agent → Orchestrates everything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💻 Complete platform with backend API + interactive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4572000" cy="73152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Frontend: Streamlit Dashboard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828800"/>
            <a:ext cx="0" cy="27432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286000"/>
            <a:ext cx="3657600" cy="731520"/>
          </a:xfrm>
          <a:prstGeom prst="roundRect">
            <a:avLst/>
          </a:prstGeom>
          <a:solidFill>
            <a:srgbClr val="C86432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Decision Agent (Orchestrator)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051560" y="3017520"/>
            <a:ext cx="3063240" cy="18288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3474720"/>
            <a:ext cx="1371600" cy="640080"/>
          </a:xfrm>
          <a:prstGeom prst="roundRect">
            <a:avLst/>
          </a:prstGeom>
          <a:solidFill>
            <a:srgbClr val="329664"/>
          </a:solidFill>
          <a:ln w="1905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Routing Agent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880360" y="3017520"/>
            <a:ext cx="1234440" cy="18288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3474720"/>
            <a:ext cx="1371600" cy="640080"/>
          </a:xfrm>
          <a:prstGeom prst="roundRect">
            <a:avLst/>
          </a:prstGeom>
          <a:solidFill>
            <a:srgbClr val="3264C8"/>
          </a:solidFill>
          <a:ln w="1905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Cost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0" y="3017520"/>
            <a:ext cx="594360" cy="18288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0" y="3474720"/>
            <a:ext cx="1371600" cy="640080"/>
          </a:xfrm>
          <a:prstGeom prst="roundRect">
            <a:avLst/>
          </a:prstGeom>
          <a:solidFill>
            <a:srgbClr val="C86464"/>
          </a:solidFill>
          <a:ln w="1905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Disruption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3017520"/>
            <a:ext cx="2423160" cy="18288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3474720"/>
            <a:ext cx="1371600" cy="640080"/>
          </a:xfrm>
          <a:prstGeom prst="roundRect">
            <a:avLst/>
          </a:prstGeom>
          <a:solidFill>
            <a:srgbClr val="966496"/>
          </a:solidFill>
          <a:ln w="1905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Real-Time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3017520"/>
            <a:ext cx="0" cy="18288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5029200"/>
            <a:ext cx="4572000" cy="731520"/>
          </a:xfrm>
          <a:prstGeom prst="roundRect">
            <a:avLst/>
          </a:prstGeom>
          <a:solidFill>
            <a:srgbClr val="646464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Graph Database (NetworkX) - City Map with Live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Real-Time Optimization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97280" cy="914400"/>
          </a:xfrm>
          <a:prstGeom prst="roundRect">
            <a:avLst/>
          </a:prstGeom>
          <a:solidFill>
            <a:srgbClr val="6496DC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Input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From → To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28800" y="22860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103120" y="1828800"/>
            <a:ext cx="1097280" cy="914400"/>
          </a:xfrm>
          <a:prstGeom prst="roundRect">
            <a:avLst/>
          </a:prstGeom>
          <a:solidFill>
            <a:srgbClr val="6496DC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Fetch Live Data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Traffic, Weather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22860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74720" y="1828800"/>
            <a:ext cx="1097280" cy="914400"/>
          </a:xfrm>
          <a:prstGeom prst="roundRect">
            <a:avLst/>
          </a:prstGeom>
          <a:solidFill>
            <a:srgbClr val="6496DC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Apply Disruptions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Update Graph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2860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46320" y="1828800"/>
            <a:ext cx="1097280" cy="914400"/>
          </a:xfrm>
          <a:prstGeom prst="roundRect">
            <a:avLst/>
          </a:prstGeom>
          <a:solidFill>
            <a:srgbClr val="6496DC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Optimize Routes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All Vehicles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286000"/>
            <a:ext cx="274320" cy="0"/>
          </a:xfrm>
          <a:prstGeom prst="line">
            <a:avLst/>
          </a:prstGeom>
          <a:ln w="254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828800"/>
            <a:ext cx="1097280" cy="914400"/>
          </a:xfrm>
          <a:prstGeom prst="roundRect">
            <a:avLst/>
          </a:prstGeom>
          <a:solidFill>
            <a:srgbClr val="6496DC"/>
          </a:solidFill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Select Best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Lowest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200400"/>
            <a:ext cx="6400800" cy="1828800"/>
          </a:xfrm>
          <a:prstGeom prst="roundRect">
            <a:avLst/>
          </a:prstGeom>
          <a:solidFill>
            <a:srgbClr val="DCFADC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defRPr sz="1400">
                <a:solidFill>
                  <a:srgbClr val="1E1E1E"/>
                </a:solidFill>
              </a:defRPr>
            </a:pPr>
            <a:r>
              <a:t>✓ Optimized Route (Location sequence)</a:t>
            </a:r>
          </a:p>
          <a:p>
            <a:pPr>
              <a:spcBef>
                <a:spcPts val="200"/>
              </a:spcBef>
              <a:defRPr sz="1400">
                <a:solidFill>
                  <a:srgbClr val="1E1E1E"/>
                </a:solidFill>
              </a:defRPr>
            </a:pPr>
            <a:r>
              <a:t>✓ Best Vehicle (Van/Truck/Hybrid)</a:t>
            </a:r>
          </a:p>
          <a:p>
            <a:pPr>
              <a:spcBef>
                <a:spcPts val="200"/>
              </a:spcBef>
              <a:defRPr sz="1400">
                <a:solidFill>
                  <a:srgbClr val="1E1E1E"/>
                </a:solidFill>
              </a:defRPr>
            </a:pPr>
            <a:r>
              <a:t>✓ Cost Breakdown (Fuel, Labor, Profit)</a:t>
            </a:r>
          </a:p>
          <a:p>
            <a:pPr>
              <a:spcBef>
                <a:spcPts val="200"/>
              </a:spcBef>
              <a:defRPr sz="1400">
                <a:solidFill>
                  <a:srgbClr val="1E1E1E"/>
                </a:solidFill>
              </a:defRPr>
            </a:pPr>
            <a:r>
              <a:t>✓ Carbon Emissions (kg CO2)</a:t>
            </a:r>
          </a:p>
          <a:p>
            <a:pPr>
              <a:spcBef>
                <a:spcPts val="200"/>
              </a:spcBef>
              <a:defRPr sz="1400">
                <a:solidFill>
                  <a:srgbClr val="1E1E1E"/>
                </a:solidFill>
              </a:defRPr>
            </a:pPr>
            <a:r>
              <a:t>✓ AI Explanation (Why this choice?)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📍 Multi-Vehicle Fleet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Van (cheap), Truck (capacity), Hybrid (balanced)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🌍 Real-Time Data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Traffic, Weather, Fuel Prices from live APIs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Carbon Emission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Every route shows CO2 footprint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📝 Explainable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System explains every decision in plain English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4-Step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1️⃣  USER INPUT → Specify warehouse and customer locations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2️⃣  ANALYZE → AI fetches real-time data, evaluates options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3️⃣  ADAPT → If disruptions detected, re-optimize route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4️⃣  DECIDE → Show best route + vehicle + cost breakdown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Interactive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🎮 Click 'Run Optimization' → See initial best route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🚨 Simulate Traffic Jam → Route adapts automatically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☔ Simulate Bad Weather → Travel time increases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⛽ Simulate Fuel Price Spike → Vehicle choice might change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👁️  View Green (initial) vs Red (updated) paths on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⚙️ Backend: FastAPI (Python web framework)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Optimization: NetworkX (graph algorithms)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🎨 Frontend: Streamlit (interactive dashboard)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📈 Visualization: Plotly (interactive maps)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🔗 Data: Mock + Real API integration (async/await)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Bonus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Multi-Vehicle Support (Van, Truck, Hybrid)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Carbon Emissions Scoring (kg CO2 tracking)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Real-Time External APIs (Traffic, Weather, Fuel)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RL Agent Placeholder (for future ML training)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Smart Cost Model (Fuel, Labor, Overhead, Profit)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3232"/>
                </a:solidFill>
              </a:defRPr>
            </a:pPr>
            <a:r>
              <a:t>💰 Cost Savings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Reduce fuel costs 15-25%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Optimize vehicle usage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Auto-select best option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Real-time price awareness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29632"/>
                </a:solidFill>
              </a:defRPr>
            </a:pPr>
            <a:r>
              <a:t>🌱 Sustainability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Track CO2 emissions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Reduce carbon footprint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Green delivery options</a:t>
            </a:r>
          </a:p>
          <a:p>
            <a:pPr>
              <a:spcBef>
                <a:spcPts val="400"/>
              </a:spcBef>
              <a:defRPr sz="1400">
                <a:solidFill>
                  <a:srgbClr val="1E1E1E"/>
                </a:solidFill>
              </a:defRPr>
            </a:pPr>
            <a:r>
              <a:t>ESG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Getting Started (3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1. Install dependencies: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 pip install -r requirements.txt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2. Start backend (Terminal 1):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 uvicorn backend.main:app --reload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3. Start dashboard (Terminal 2):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   streamlit run frontend/app.py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→ Browser opens automatically → Click 'Run Optimization'!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Why This Wins Hackathons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Complete working system (not just prototype)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Real multi-agent AI (not just rules engine)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Beautiful, functional UI (judges love this)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Explainable AI (judges understand decisions)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Scalable architecture (easy to extend)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Production-ready code (proper error handling)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🚚 E-Commerce Delivery (Amazon, Flipkart style)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🏢 Corporate Logistics (Multi-warehouse networks)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🍔 Food Delivery (DoorDash, Uber Eats optimization)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📦 Last-Mile Delivery (Urban congestion handling)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🌍 Supply Chain (Global fleet management)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🤖 Reinforcement Learning → Learn from past routes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🗺️ OR-Tools Integration → Vehicle Routing Problem (VRP)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📱 Mobile App → Driver notifications &amp;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🌐 Global APIs → Real traffic data worldwide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💾 Predictive Analytics → Forecast disruptions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4C8FF"/>
                </a:solidFill>
              </a:defRPr>
            </a:pPr>
            <a:r>
              <a:t>Let's Optimize the Future!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96C8FF"/>
                </a:solidFill>
              </a:defRPr>
            </a:pPr>
            <a:r>
              <a:t>Questions? Let's build together!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